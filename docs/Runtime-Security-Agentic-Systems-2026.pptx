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22"/>
  </p:notesMasterIdLst>
  <p:sldIdLst>
    <p:sldId id="256" r:id="rId21"/>
    <p:sldId id="257" r:id="rId20"/>
    <p:sldId id="258" r:id="rId19"/>
    <p:sldId id="259" r:id="rId18"/>
    <p:sldId id="260" r:id="rId17"/>
    <p:sldId id="261" r:id="rId16"/>
    <p:sldId id="262" r:id="rId15"/>
    <p:sldId id="263" r:id="rId14"/>
    <p:sldId id="264" r:id="rId13"/>
    <p:sldId id="265" r:id="rId12"/>
    <p:sldId id="266" r:id="rId11"/>
    <p:sldId id="267" r:id="rId10"/>
  </p:sldIdLst>
  <p:sldSz cx="14630400" cy="8229600"/>
  <p:notesSz cx="8229600" cy="146304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Mono" pitchFamily="49" charset="0"/>
      <p:regular r:id="rId27"/>
      <p:bold r:id="rId28"/>
      <p:italic r:id="rId29"/>
      <p:boldItalic r:id="rId30"/>
    </p:embeddedFont>
    <p:embeddedFont>
      <p:font typeface="Roboto Mono Medium" panose="00000009000000000000" pitchFamily="49" charset="0"/>
      <p:regular r:id="rId31"/>
      <p:italic r:id="rId32"/>
    </p:embeddedFont>
  </p:embeddedFontLst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7F356-82CC-2D4D-86F2-0208E96E2B22}" v="3" dt="2026-03-01T16:20:20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7"/>
    <p:restoredTop sz="94647"/>
  </p:normalViewPr>
  <p:slideViewPr>
    <p:cSldViewPr snapToGrid="0">
      <p:cViewPr varScale="1">
        <p:scale>
          <a:sx n="109" d="100"/>
          <a:sy n="109" d="100"/>
        </p:scale>
        <p:origin x="3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7.xml"/><Relationship Id="rId16" Type="http://schemas.openxmlformats.org/officeDocument/2006/relationships/slide" Target="slides/slide6.xml"/><Relationship Id="rId17" Type="http://schemas.openxmlformats.org/officeDocument/2006/relationships/slide" Target="slides/slide5.xml"/><Relationship Id="rId18" Type="http://schemas.openxmlformats.org/officeDocument/2006/relationships/slide" Target="slides/slide4.xml"/><Relationship Id="rId19" Type="http://schemas.openxmlformats.org/officeDocument/2006/relationships/slide" Target="slides/slide3.xml"/><Relationship Id="rId20" Type="http://schemas.openxmlformats.org/officeDocument/2006/relationships/slide" Target="slides/slide2.xml"/><Relationship Id="rId21" Type="http://schemas.openxmlformats.org/officeDocument/2006/relationships/slide" Target="slides/slide1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font" Target="fonts/font8.fntdata"/><Relationship Id="rId31" Type="http://schemas.openxmlformats.org/officeDocument/2006/relationships/font" Target="fonts/font9.fntdata"/><Relationship Id="rId32" Type="http://schemas.openxmlformats.org/officeDocument/2006/relationships/font" Target="fonts/font10.fntdata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Lyonnet" userId="9ff15e57-4110-4eaa-ad20-7feda7903fac" providerId="ADAL" clId="{005EF6A9-1F73-5963-9DD4-7385F346CCCE}"/>
    <pc:docChg chg="undo custSel addSld delSld modSld sldOrd">
      <pc:chgData name="Frank Lyonnet" userId="9ff15e57-4110-4eaa-ad20-7feda7903fac" providerId="ADAL" clId="{005EF6A9-1F73-5963-9DD4-7385F346CCCE}" dt="2026-03-10T12:11:39.834" v="568" actId="20577"/>
      <pc:docMkLst>
        <pc:docMk/>
      </pc:docMkLst>
      <pc:sldChg chg="modSp mod">
        <pc:chgData name="Frank Lyonnet" userId="9ff15e57-4110-4eaa-ad20-7feda7903fac" providerId="ADAL" clId="{005EF6A9-1F73-5963-9DD4-7385F346CCCE}" dt="2026-03-10T12:10:12.806" v="544" actId="20577"/>
        <pc:sldMkLst>
          <pc:docMk/>
          <pc:sldMk cId="2224926334" sldId="540"/>
        </pc:sldMkLst>
        <pc:spChg chg="mod">
          <ac:chgData name="Frank Lyonnet" userId="9ff15e57-4110-4eaa-ad20-7feda7903fac" providerId="ADAL" clId="{005EF6A9-1F73-5963-9DD4-7385F346CCCE}" dt="2026-03-10T12:10:12.806" v="544" actId="20577"/>
          <ac:spMkLst>
            <pc:docMk/>
            <pc:sldMk cId="2224926334" sldId="540"/>
            <ac:spMk id="15" creationId="{6A6D20EC-5581-4C52-7388-D00AA6F046FB}"/>
          </ac:spMkLst>
        </pc:spChg>
      </pc:sldChg>
      <pc:sldChg chg="modSp add mod ord">
        <pc:chgData name="Frank Lyonnet" userId="9ff15e57-4110-4eaa-ad20-7feda7903fac" providerId="ADAL" clId="{005EF6A9-1F73-5963-9DD4-7385F346CCCE}" dt="2026-03-10T12:11:39.834" v="568" actId="20577"/>
        <pc:sldMkLst>
          <pc:docMk/>
          <pc:sldMk cId="0" sldId="550"/>
        </pc:sldMkLst>
        <pc:spChg chg="mod">
          <ac:chgData name="Frank Lyonnet" userId="9ff15e57-4110-4eaa-ad20-7feda7903fac" providerId="ADAL" clId="{005EF6A9-1F73-5963-9DD4-7385F346CCCE}" dt="2026-03-10T12:11:39.834" v="568" actId="20577"/>
          <ac:spMkLst>
            <pc:docMk/>
            <pc:sldMk cId="0" sldId="550"/>
            <ac:spMk id="4" creationId="{00000000-0000-0000-0000-000000000000}"/>
          </ac:spMkLst>
        </pc:spChg>
      </pc:sldChg>
      <pc:sldChg chg="add">
        <pc:chgData name="Frank Lyonnet" userId="9ff15e57-4110-4eaa-ad20-7feda7903fac" providerId="ADAL" clId="{005EF6A9-1F73-5963-9DD4-7385F346CCCE}" dt="2026-03-01T16:20:20.139" v="533"/>
        <pc:sldMkLst>
          <pc:docMk/>
          <pc:sldMk cId="2842072603" sldId="551"/>
        </pc:sldMkLst>
      </pc:sldChg>
    </pc:docChg>
  </pc:docChgLst>
  <pc:docChgLst>
    <pc:chgData name="Frank Lyonnet" userId="9ff15e57-4110-4eaa-ad20-7feda7903fac" providerId="ADAL" clId="{263A1535-2D4C-5AF1-8273-05E1C5CCAAAA}"/>
    <pc:docChg chg="undo custSel addSld delSld modSld">
      <pc:chgData name="Frank Lyonnet" userId="9ff15e57-4110-4eaa-ad20-7feda7903fac" providerId="ADAL" clId="{263A1535-2D4C-5AF1-8273-05E1C5CCAAAA}" dt="2026-02-26T12:56:59.642" v="1086" actId="20577"/>
      <pc:docMkLst>
        <pc:docMk/>
      </pc:docMkLst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0" sldId="258"/>
        </pc:sldMkLst>
        <pc:spChg chg="mod">
          <ac:chgData name="Frank Lyonnet" userId="9ff15e57-4110-4eaa-ad20-7feda7903fac" providerId="ADAL" clId="{263A1535-2D4C-5AF1-8273-05E1C5CCAAAA}" dt="2026-02-23T05:09:17.915" v="875" actId="10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Frank Lyonnet" userId="9ff15e57-4110-4eaa-ad20-7feda7903fac" providerId="ADAL" clId="{263A1535-2D4C-5AF1-8273-05E1C5CCAAAA}" dt="2026-02-23T05:08:39.245" v="864" actId="1037"/>
          <ac:spMkLst>
            <pc:docMk/>
            <pc:sldMk cId="0" sldId="258"/>
            <ac:spMk id="8" creationId="{00000000-0000-0000-0000-000000000000}"/>
          </ac:spMkLst>
        </pc:spChg>
        <pc:spChg chg="mod">
          <ac:chgData name="Frank Lyonnet" userId="9ff15e57-4110-4eaa-ad20-7feda7903fac" providerId="ADAL" clId="{263A1535-2D4C-5AF1-8273-05E1C5CCAAAA}" dt="2026-02-23T05:09:08.965" v="873" actId="10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Frank Lyonnet" userId="9ff15e57-4110-4eaa-ad20-7feda7903fac" providerId="ADAL" clId="{263A1535-2D4C-5AF1-8273-05E1C5CCAAAA}" dt="2026-02-23T05:08:39.245" v="864" actId="103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Frank Lyonnet" userId="9ff15e57-4110-4eaa-ad20-7feda7903fac" providerId="ADAL" clId="{263A1535-2D4C-5AF1-8273-05E1C5CCAAAA}" dt="2026-02-23T05:08:29.606" v="856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Frank Lyonnet" userId="9ff15e57-4110-4eaa-ad20-7feda7903fac" providerId="ADAL" clId="{263A1535-2D4C-5AF1-8273-05E1C5CCAAAA}" dt="2026-02-23T05:10:18.986" v="900" actId="14100"/>
          <ac:spMkLst>
            <pc:docMk/>
            <pc:sldMk cId="0" sldId="258"/>
            <ac:spMk id="15" creationId="{00000000-0000-0000-0000-000000000000}"/>
          </ac:spMkLst>
        </pc:spChg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566590821" sldId="264"/>
        </pc:sldMkLst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2504497034" sldId="280"/>
        </pc:sldMkLst>
        <pc:spChg chg="mod">
          <ac:chgData name="Frank Lyonnet" userId="9ff15e57-4110-4eaa-ad20-7feda7903fac" providerId="ADAL" clId="{263A1535-2D4C-5AF1-8273-05E1C5CCAAAA}" dt="2026-02-23T05:14:55.281" v="967" actId="27636"/>
          <ac:spMkLst>
            <pc:docMk/>
            <pc:sldMk cId="2504497034" sldId="280"/>
            <ac:spMk id="7" creationId="{C8660B11-877F-2DA4-98D8-14B4BCA2339B}"/>
          </ac:spMkLst>
        </pc:spChg>
        <pc:spChg chg="mod">
          <ac:chgData name="Frank Lyonnet" userId="9ff15e57-4110-4eaa-ad20-7feda7903fac" providerId="ADAL" clId="{263A1535-2D4C-5AF1-8273-05E1C5CCAAAA}" dt="2026-02-23T05:18:50.996" v="980" actId="20577"/>
          <ac:spMkLst>
            <pc:docMk/>
            <pc:sldMk cId="2504497034" sldId="280"/>
            <ac:spMk id="40" creationId="{E75B680A-5F6A-3564-6E40-856CABA8D9D4}"/>
          </ac:spMkLst>
        </pc:spChg>
      </pc:sldChg>
      <pc:sldChg chg="modSp mod">
        <pc:chgData name="Frank Lyonnet" userId="9ff15e57-4110-4eaa-ad20-7feda7903fac" providerId="ADAL" clId="{263A1535-2D4C-5AF1-8273-05E1C5CCAAAA}" dt="2026-02-13T11:25:07.730" v="4" actId="27636"/>
        <pc:sldMkLst>
          <pc:docMk/>
          <pc:sldMk cId="4122552435" sldId="510"/>
        </pc:sldMkLst>
        <pc:spChg chg="mod">
          <ac:chgData name="Frank Lyonnet" userId="9ff15e57-4110-4eaa-ad20-7feda7903fac" providerId="ADAL" clId="{263A1535-2D4C-5AF1-8273-05E1C5CCAAAA}" dt="2026-02-13T11:25:07.730" v="4" actId="27636"/>
          <ac:spMkLst>
            <pc:docMk/>
            <pc:sldMk cId="4122552435" sldId="510"/>
            <ac:spMk id="3" creationId="{39457FB0-1FCC-610A-ED50-A59ED2FB333E}"/>
          </ac:spMkLst>
        </pc:spChg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1519981882" sldId="535"/>
        </pc:sldMkLst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1798789798" sldId="536"/>
        </pc:sldMkLst>
        <pc:spChg chg="mod">
          <ac:chgData name="Frank Lyonnet" userId="9ff15e57-4110-4eaa-ad20-7feda7903fac" providerId="ADAL" clId="{263A1535-2D4C-5AF1-8273-05E1C5CCAAAA}" dt="2026-02-23T05:11:20.428" v="911" actId="1035"/>
          <ac:spMkLst>
            <pc:docMk/>
            <pc:sldMk cId="1798789798" sldId="536"/>
            <ac:spMk id="4" creationId="{C2FA0548-DB6D-3F2F-6E66-17E3045AADDE}"/>
          </ac:spMkLst>
        </pc:spChg>
        <pc:spChg chg="mod">
          <ac:chgData name="Frank Lyonnet" userId="9ff15e57-4110-4eaa-ad20-7feda7903fac" providerId="ADAL" clId="{263A1535-2D4C-5AF1-8273-05E1C5CCAAAA}" dt="2026-02-23T05:11:06.703" v="903" actId="14100"/>
          <ac:spMkLst>
            <pc:docMk/>
            <pc:sldMk cId="1798789798" sldId="536"/>
            <ac:spMk id="5" creationId="{3D6D0A8F-A7C5-DDF2-BF37-0E94B09D23CD}"/>
          </ac:spMkLst>
        </pc:spChg>
        <pc:spChg chg="mod">
          <ac:chgData name="Frank Lyonnet" userId="9ff15e57-4110-4eaa-ad20-7feda7903fac" providerId="ADAL" clId="{263A1535-2D4C-5AF1-8273-05E1C5CCAAAA}" dt="2026-02-23T05:11:06.703" v="903" actId="14100"/>
          <ac:spMkLst>
            <pc:docMk/>
            <pc:sldMk cId="1798789798" sldId="536"/>
            <ac:spMk id="8" creationId="{4B604D2A-43D0-2E93-ED82-63EC8D979D12}"/>
          </ac:spMkLst>
        </pc:spChg>
        <pc:spChg chg="mod">
          <ac:chgData name="Frank Lyonnet" userId="9ff15e57-4110-4eaa-ad20-7feda7903fac" providerId="ADAL" clId="{263A1535-2D4C-5AF1-8273-05E1C5CCAAAA}" dt="2026-02-23T05:11:06.703" v="903" actId="14100"/>
          <ac:spMkLst>
            <pc:docMk/>
            <pc:sldMk cId="1798789798" sldId="536"/>
            <ac:spMk id="11" creationId="{0F879123-986A-1D47-4706-9DA9FDA4B1C4}"/>
          </ac:spMkLst>
        </pc:spChg>
        <pc:spChg chg="mod">
          <ac:chgData name="Frank Lyonnet" userId="9ff15e57-4110-4eaa-ad20-7feda7903fac" providerId="ADAL" clId="{263A1535-2D4C-5AF1-8273-05E1C5CCAAAA}" dt="2026-02-23T05:11:06.703" v="903" actId="14100"/>
          <ac:spMkLst>
            <pc:docMk/>
            <pc:sldMk cId="1798789798" sldId="536"/>
            <ac:spMk id="14" creationId="{A3FC538C-528A-A3C2-EC7C-3FBEA1958D87}"/>
          </ac:spMkLst>
        </pc:spChg>
        <pc:spChg chg="mod">
          <ac:chgData name="Frank Lyonnet" userId="9ff15e57-4110-4eaa-ad20-7feda7903fac" providerId="ADAL" clId="{263A1535-2D4C-5AF1-8273-05E1C5CCAAAA}" dt="2026-02-23T05:11:20.428" v="911" actId="1035"/>
          <ac:spMkLst>
            <pc:docMk/>
            <pc:sldMk cId="1798789798" sldId="536"/>
            <ac:spMk id="18" creationId="{B8AD5D24-E89B-A4D6-FFF1-6E1743C67937}"/>
          </ac:spMkLst>
        </pc:spChg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320275876" sldId="537"/>
        </pc:sldMkLst>
        <pc:spChg chg="mod">
          <ac:chgData name="Frank Lyonnet" userId="9ff15e57-4110-4eaa-ad20-7feda7903fac" providerId="ADAL" clId="{263A1535-2D4C-5AF1-8273-05E1C5CCAAAA}" dt="2026-02-23T05:13:13.297" v="959" actId="1036"/>
          <ac:spMkLst>
            <pc:docMk/>
            <pc:sldMk cId="320275876" sldId="537"/>
            <ac:spMk id="19" creationId="{B0EA293C-D5F4-A92A-1152-A7BDC4C6CC9D}"/>
          </ac:spMkLst>
        </pc:spChg>
        <pc:spChg chg="mod">
          <ac:chgData name="Frank Lyonnet" userId="9ff15e57-4110-4eaa-ad20-7feda7903fac" providerId="ADAL" clId="{263A1535-2D4C-5AF1-8273-05E1C5CCAAAA}" dt="2026-02-23T05:13:13.297" v="959" actId="1036"/>
          <ac:spMkLst>
            <pc:docMk/>
            <pc:sldMk cId="320275876" sldId="537"/>
            <ac:spMk id="20" creationId="{C6D3A1A4-8AB6-68A7-05F9-F05CAD0B8A3A}"/>
          </ac:spMkLst>
        </pc:spChg>
        <pc:spChg chg="mod">
          <ac:chgData name="Frank Lyonnet" userId="9ff15e57-4110-4eaa-ad20-7feda7903fac" providerId="ADAL" clId="{263A1535-2D4C-5AF1-8273-05E1C5CCAAAA}" dt="2026-02-23T05:13:13.297" v="959" actId="1036"/>
          <ac:spMkLst>
            <pc:docMk/>
            <pc:sldMk cId="320275876" sldId="537"/>
            <ac:spMk id="21" creationId="{95014B69-7882-AF92-DBBA-2D9230AD2CE4}"/>
          </ac:spMkLst>
        </pc:spChg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377568121" sldId="539"/>
        </pc:sldMkLst>
        <pc:spChg chg="mod">
          <ac:chgData name="Frank Lyonnet" userId="9ff15e57-4110-4eaa-ad20-7feda7903fac" providerId="ADAL" clId="{263A1535-2D4C-5AF1-8273-05E1C5CCAAAA}" dt="2026-02-23T05:14:46.392" v="962" actId="108"/>
          <ac:spMkLst>
            <pc:docMk/>
            <pc:sldMk cId="377568121" sldId="539"/>
            <ac:spMk id="15" creationId="{C47C3CDE-EF32-0AF6-9E24-B9E9F9E48A21}"/>
          </ac:spMkLst>
        </pc:spChg>
        <pc:spChg chg="mod">
          <ac:chgData name="Frank Lyonnet" userId="9ff15e57-4110-4eaa-ad20-7feda7903fac" providerId="ADAL" clId="{263A1535-2D4C-5AF1-8273-05E1C5CCAAAA}" dt="2026-02-23T05:15:14.572" v="976" actId="1036"/>
          <ac:spMkLst>
            <pc:docMk/>
            <pc:sldMk cId="377568121" sldId="539"/>
            <ac:spMk id="16" creationId="{4F2FF6F9-625F-4CC2-6429-E5F7AF1171F7}"/>
          </ac:spMkLst>
        </pc:spChg>
        <pc:spChg chg="mod">
          <ac:chgData name="Frank Lyonnet" userId="9ff15e57-4110-4eaa-ad20-7feda7903fac" providerId="ADAL" clId="{263A1535-2D4C-5AF1-8273-05E1C5CCAAAA}" dt="2026-02-23T05:15:49.122" v="977" actId="14100"/>
          <ac:spMkLst>
            <pc:docMk/>
            <pc:sldMk cId="377568121" sldId="539"/>
            <ac:spMk id="21" creationId="{59DD58C0-463B-F0F9-0888-6F88467EF832}"/>
          </ac:spMkLst>
        </pc:spChg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2224926334" sldId="540"/>
        </pc:sldMkLst>
        <pc:spChg chg="mod">
          <ac:chgData name="Frank Lyonnet" userId="9ff15e57-4110-4eaa-ad20-7feda7903fac" providerId="ADAL" clId="{263A1535-2D4C-5AF1-8273-05E1C5CCAAAA}" dt="2026-02-23T05:22:41.797" v="1003" actId="20577"/>
          <ac:spMkLst>
            <pc:docMk/>
            <pc:sldMk cId="2224926334" sldId="540"/>
            <ac:spMk id="15" creationId="{6A6D20EC-5581-4C52-7388-D00AA6F046FB}"/>
          </ac:spMkLst>
        </pc:spChg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2848987516" sldId="541"/>
        </pc:sldMkLst>
      </pc:sldChg>
      <pc:sldChg chg="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1700040075" sldId="542"/>
        </pc:sldMkLst>
      </pc:sldChg>
      <pc:sldChg chg="addSp modSp add del mod">
        <pc:chgData name="Frank Lyonnet" userId="9ff15e57-4110-4eaa-ad20-7feda7903fac" providerId="ADAL" clId="{263A1535-2D4C-5AF1-8273-05E1C5CCAAAA}" dt="2026-02-24T14:53:40.555" v="1082"/>
        <pc:sldMkLst>
          <pc:docMk/>
          <pc:sldMk cId="0" sldId="544"/>
        </pc:sldMkLst>
        <pc:spChg chg="mod">
          <ac:chgData name="Frank Lyonnet" userId="9ff15e57-4110-4eaa-ad20-7feda7903fac" providerId="ADAL" clId="{263A1535-2D4C-5AF1-8273-05E1C5CCAAAA}" dt="2026-02-23T05:05:56.743" v="822" actId="20577"/>
          <ac:spMkLst>
            <pc:docMk/>
            <pc:sldMk cId="0" sldId="544"/>
            <ac:spMk id="13" creationId="{C550A95A-85D4-099D-A0E9-D3C428B6B88B}"/>
          </ac:spMkLst>
        </pc:spChg>
      </pc:sldChg>
      <pc:sldChg chg="add">
        <pc:chgData name="Frank Lyonnet" userId="9ff15e57-4110-4eaa-ad20-7feda7903fac" providerId="ADAL" clId="{263A1535-2D4C-5AF1-8273-05E1C5CCAAAA}" dt="2026-02-24T14:53:40.555" v="1082"/>
        <pc:sldMkLst>
          <pc:docMk/>
          <pc:sldMk cId="4226037831" sldId="54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524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54DB-BB16-8C9D-F695-1B1CF1FE8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9869" y="533812"/>
            <a:ext cx="8155459" cy="2594920"/>
          </a:xfrm>
        </p:spPr>
        <p:txBody>
          <a:bodyPr anchor="b">
            <a:normAutofit/>
          </a:bodyPr>
          <a:lstStyle>
            <a:lvl1pPr algn="l">
              <a:defRPr sz="528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129B3-A8BB-769B-7890-F500D9A25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9867" y="3447588"/>
            <a:ext cx="8155459" cy="1490172"/>
          </a:xfrm>
        </p:spPr>
        <p:txBody>
          <a:bodyPr>
            <a:normAutofit/>
          </a:bodyPr>
          <a:lstStyle>
            <a:lvl1pPr marL="0" indent="0" algn="l">
              <a:buNone/>
              <a:defRPr sz="210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AAB1E7A0-9E99-0824-739F-8BC5F9B3BE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5471572" cy="820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2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22A6-5F13-9BCE-EF9C-BCB510EF9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BE771-7E01-4C76-F397-97BB4AAB6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4CDB1-B969-8927-EE06-CFDE238C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3F19C388-7CBE-6A46-9EFB-4447573808C9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A7C00-3990-9299-C1DA-0EF3899B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4B1D4-A5C0-9897-86F2-41CB5BF63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40B0FFA5-B6B4-EC48-9BAF-26125A5A5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56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7B3C0-DE9D-AF3A-7632-92E576B99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77F16-70E3-508B-7519-CE736BF8C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566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19A5F-B982-45F0-D0DA-4D364E72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8A511-E06A-38C2-2ACD-13E597A31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AF920-D41E-7040-B1F1-0A17BA0D7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78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15EB-3625-A44A-66C2-D2C232A32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6DD70-5C1E-D064-BF21-D3662924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CE721-80C2-645D-DA1A-09556007D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89F28-8BFD-00C6-E450-6DBC666DB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62532-ADBC-77D4-B4A7-1D233A956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9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7080-C3C5-FA6D-EBEB-49AAF12C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58" y="255272"/>
            <a:ext cx="13997353" cy="15906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45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315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4DA6-8D3C-5B69-9F56-C1BCE0B0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17BA7-E19B-B6C7-487B-055AE2C7C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61F6C-FD7C-A525-29D6-77188969B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96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92471-ABA9-3B37-1A07-0B8E66040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7D2B0C-FB2C-3BED-456F-0EB3F8589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950C6-CD27-A6CF-9051-DCCE42BF1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3773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C92F-4318-62E5-7976-2EE02F714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B3540-9EB2-0188-6A2B-110224F50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5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754A9-3205-0286-268F-F054EF794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DF989-E28A-5FDE-92B0-6A6EBD586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292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3E0A12-36D5-7167-0581-BBB00B099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CE7D0-C8BB-B521-10D6-5B5AA52D7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891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defRPr sz="1800" kern="1200">
          <a:solidFill>
            <a:schemeClr val="tx1"/>
          </a:solidFill>
          <a:latin typeface="+mn-lt"/>
          <a:ea typeface="+mn-ea"/>
          <a:cs typeface="+mn-cs"/>
        </a:defRPr>
        <a:buChar char="•"/>
      </a:lvl1pPr>
      <a:lvl2pPr marL="822960" indent="-274320" algn="l" defTabSz="109728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defRPr sz="1500" kern="1200">
          <a:solidFill>
            <a:schemeClr val="tx1"/>
          </a:solidFill>
          <a:latin typeface="+mn-lt"/>
          <a:ea typeface="+mn-ea"/>
          <a:cs typeface="+mn-cs"/>
        </a:defRPr>
        <a:buChar char="–"/>
      </a:lvl2pPr>
      <a:lvl3pPr marL="1371600" indent="-274320" algn="l" defTabSz="1097280" rtl="0" eaLnBrk="1" latinLnBrk="0" hangingPunct="1">
        <a:lnSpc>
          <a:spcPct val="110000"/>
        </a:lnSpc>
        <a:spcBef>
          <a:spcPts val="400"/>
        </a:spcBef>
        <a:buFont typeface="Arial" panose="020B0604020202020204" pitchFamily="34" charset="0"/>
        <a:defRPr sz="1500" kern="1200">
          <a:solidFill>
            <a:schemeClr val="tx1"/>
          </a:solidFill>
          <a:latin typeface="+mn-lt"/>
          <a:ea typeface="+mn-ea"/>
          <a:cs typeface="+mn-cs"/>
        </a:defRPr>
        <a:buChar char="–"/>
      </a:lvl3pPr>
      <a:lvl4pPr marL="1920240" indent="-274320" algn="l" defTabSz="109728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defRPr sz="1400" kern="1200">
          <a:solidFill>
            <a:schemeClr val="tx1"/>
          </a:solidFill>
          <a:latin typeface="+mn-lt"/>
          <a:ea typeface="+mn-ea"/>
          <a:cs typeface="+mn-cs"/>
        </a:defRPr>
        <a:buChar char="–"/>
      </a:lvl4pPr>
      <a:lvl5pPr marL="2468880" indent="-274320" algn="l" defTabSz="109728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defRPr sz="1400" kern="1200">
          <a:solidFill>
            <a:schemeClr val="tx1"/>
          </a:solidFill>
          <a:latin typeface="+mn-lt"/>
          <a:ea typeface="+mn-ea"/>
          <a:cs typeface="+mn-cs"/>
        </a:defRPr>
        <a:buChar char="–"/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Runtime Security for Agentic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0000"/>
              </a:lnSpc>
              <a:defRPr sz="2000"/>
            </a:pPr>
            <a:r>
              <a:t>A Practical Two-Plane Approach for OpenClaw, Cursor, and Claude Code | Frank Lyonnet, Antoine Clerget | EDAMAME Technologies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The Problem: Runtime Security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>
              <a:buChar char="•"/>
            </a:pPr>
            <a:r>
              <a:t>AI agents execute high-impact ops: network access, file mutation, credential handling</a:t>
            </a:r>
          </a:p>
          <a:p>
            <a:pPr>
              <a:buChar char="•"/>
            </a:pPr>
            <a:r>
              <a:t>Pre-install scanning (S1) and config hardening (S2) are necessary but insufficient</a:t>
            </a:r>
          </a:p>
          <a:p>
            <a:pPr>
              <a:buChar char="•"/>
            </a:pPr>
            <a:r>
              <a:t>Runtime divergence (S3) -- what the agent does vs. what it declared -- is unaddressed</a:t>
            </a:r>
          </a:p>
          <a:p>
            <a:pPr>
              <a:buChar char="•"/>
            </a:pPr>
            <a:r>
              <a:t>Real incidents: OpenClaw mailbox deletion, CVE-2026-25253 browser token exfiltration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>
              <a:buChar char="•"/>
            </a:pPr>
            <a:r>
              <a:t>S1: Supply-chain controls (signed artifacts, SBOM)</a:t>
            </a:r>
          </a:p>
          <a:p>
            <a:pPr>
              <a:buChar char="•"/>
            </a:pPr>
            <a:r>
              <a:t>S2: Configuration controls (localhost MCP, PSK auth)</a:t>
            </a:r>
          </a:p>
          <a:p>
            <a:pPr>
              <a:buChar char="•"/>
            </a:pPr>
            <a:r>
              <a:t>S3: Runtime behavior controls (intent-behavior correlation)</a:t>
            </a:r>
          </a:p>
          <a:p>
            <a:pPr>
              <a:buChar char="•"/>
            </a:pPr>
            <a:r>
              <a:t>S1+S2 cannot detect runtime-only divergence when setup looks acceptable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openclaw_fallback_title__"/>
          <p:cNvSpPr txBox="1"/>
          <p:nvPr/>
        </p:nvSpPr>
        <p:spPr>
          <a:xfrm>
            <a:off x="731520" y="219456"/>
            <a:ext cx="109728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Two-Plane Architecture</a:t>
            </a:r>
          </a:p>
        </p:txBody>
      </p:sp>
      <p:pic>
        <p:nvPicPr>
          <p:cNvPr id="3" name="Picture 2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930" y="1645920"/>
            <a:ext cx="61525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How It Works: Correlation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>
              <a:buChar char="•"/>
            </a:pPr>
            <a:r>
              <a:t>Reasoning Plane (what the agent says):</a:t>
            </a:r>
          </a:p>
          <a:p>
            <a:pPr lvl="1">
              <a:buChar char="–"/>
            </a:pPr>
            <a:r>
              <a:t>Intent statement, tool plan, predicted side effects</a:t>
            </a:r>
          </a:p>
          <a:p>
            <a:pPr lvl="1">
              <a:buChar char="–"/>
            </a:pPr>
            <a:r>
              <a:t>Task-conditioned allowlists (processes, domains, paths)</a:t>
            </a:r>
          </a:p>
          <a:p>
            <a:pPr>
              <a:buChar char="•"/>
            </a:pPr>
            <a:r>
              <a:t>System Plane (what the host sees):</a:t>
            </a:r>
          </a:p>
          <a:p>
            <a:pPr lvl="1">
              <a:buChar char="–"/>
            </a:pPr>
            <a:r>
              <a:t>Network sessions with L7 process attribution</a:t>
            </a:r>
          </a:p>
          <a:p>
            <a:pPr lvl="1">
              <a:buChar char="–"/>
            </a:pPr>
            <a:r>
              <a:t>Host LAN visibility, posture score deltas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>
              <a:buChar char="•"/>
            </a:pPr>
            <a:r>
              <a:t>Divergence loop -- correlates model vs telemetry; CLEAN or DIVERGENCE</a:t>
            </a:r>
          </a:p>
          <a:p>
            <a:pPr>
              <a:buChar char="•"/>
            </a:pPr>
            <a:r>
              <a:t>Safety-Floor -- model-independent guardrails (CVE, /tmp lineage, creds)</a:t>
            </a:r>
          </a:p>
          <a:p>
            <a:pPr>
              <a:buChar char="•"/>
            </a:pPr>
            <a:r>
              <a:t>Advisor -- operator-facing todos with reversible actions</a:t>
            </a:r>
          </a:p>
          <a:p>
            <a:pPr>
              <a:buChar char="•"/>
            </a:pPr>
            <a:r>
              <a:t>Verdicts: CLEAN | DIVERGENCE | NO_MODEL | STALE</a:t>
            </a:r>
          </a:p>
          <a:p>
            <a:pPr>
              <a:buChar char="•"/>
            </a:pPr>
            <a:r>
              <a:t>Critical signals non-downgradable (LLM cannot override)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openclaw_fallback_title__"/>
          <p:cNvSpPr txBox="1"/>
          <p:nvPr/>
        </p:nvSpPr>
        <p:spPr>
          <a:xfrm>
            <a:off x="731520" y="219456"/>
            <a:ext cx="109728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Process Attribution</a:t>
            </a:r>
          </a:p>
        </p:txBody>
      </p:sp>
      <p:pic>
        <p:nvPicPr>
          <p:cNvPr id="3" name="Picture 2" descr="fig3_l7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184" y="1645920"/>
            <a:ext cx="824603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MCP as the Security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>
              <a:buChar char="•"/>
            </a:pPr>
            <a:r>
              <a:t>Structured semantics -- typed JSON responses reduce parsing ambiguity</a:t>
            </a:r>
          </a:p>
          <a:p>
            <a:pPr>
              <a:buChar char="•"/>
            </a:pPr>
            <a:r>
              <a:t>Transactional actions -- execute/rollback patterns make checks composable</a:t>
            </a:r>
          </a:p>
          <a:p>
            <a:pPr>
              <a:buChar char="•"/>
            </a:pPr>
            <a:r>
              <a:t>Framework portability -- same tools for OpenClaw, Cursor, Claude Code</a:t>
            </a:r>
          </a:p>
          <a:p>
            <a:pPr>
              <a:buChar char="•"/>
            </a:pPr>
            <a:r>
              <a:t>Local PSK-authenticated endpoint (127.0.0.1:3000/mcp)</a:t>
            </a:r>
          </a:p>
          <a:p>
            <a:pPr>
              <a:buChar char="•"/>
            </a:pPr>
            <a:r>
              <a:t>Observer-owned merge: EDAMAME merges agent-tagged slices centrally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>
              <a:buChar char="•"/>
            </a:pPr>
            <a:r>
              <a:t>Signal Hierarchy (strongest to weakest):</a:t>
            </a:r>
          </a:p>
          <a:p>
            <a:pPr>
              <a:buChar char="•"/>
            </a:pPr>
            <a:r>
              <a:t>Blacklisted sessions (known-bad C2, malware IPs)</a:t>
            </a:r>
          </a:p>
          <a:p>
            <a:pPr>
              <a:buChar char="•"/>
            </a:pPr>
            <a:r>
              <a:t>Anomalous sessions (ML-flagged, unexpected destinations)</a:t>
            </a:r>
          </a:p>
          <a:p>
            <a:pPr>
              <a:buChar char="•"/>
            </a:pPr>
            <a:r>
              <a:t>Exception sessions (allowed but noted)</a:t>
            </a:r>
          </a:p>
          <a:p>
            <a:pPr>
              <a:buChar char="•"/>
            </a:pPr>
            <a:r>
              <a:t>Normal sessions</a:t>
            </a:r>
          </a:p>
          <a:p>
            <a:pPr>
              <a:buChar char="•"/>
            </a:pPr>
            <a:r>
              <a:t>Non-downgradable: blacklisted cannot be reclassified by LLM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Three Agent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Char char="•"/>
            </a:pPr>
            <a:r>
              <a:t>OpenClaw -- Autonomous agents in Lima VMs</a:t>
            </a:r>
          </a:p>
          <a:p>
            <a:pPr lvl="1">
              <a:buChar char="–"/>
            </a:pPr>
            <a:r>
              <a:t>Extrapolator reads transcripts, publishes prebuilt behavioral model</a:t>
            </a:r>
          </a:p>
          <a:p>
            <a:pPr lvl="1">
              <a:buChar char="–"/>
            </a:pPr>
            <a:r>
              <a:t>MCP plugin bridges all 31 EDAMAME tools</a:t>
            </a:r>
          </a:p>
          <a:p>
            <a:pPr>
              <a:buChar char="•"/>
            </a:pPr>
            <a:r>
              <a:t>Cursor -- Developer workstations (macOS/Windows)</a:t>
            </a:r>
          </a:p>
          <a:p>
            <a:pPr lvl="1">
              <a:buChar char="–"/>
            </a:pPr>
            <a:r>
              <a:t>Transcript parsing from ~/.cursor/projects/agent-transcripts/</a:t>
            </a:r>
          </a:p>
          <a:p>
            <a:pPr lvl="1">
              <a:buChar char="–"/>
            </a:pPr>
            <a:r>
              <a:t>Raw-session ingest; EDAMAME app as MCP host</a:t>
            </a:r>
          </a:p>
          <a:p>
            <a:pPr>
              <a:buChar char="•"/>
            </a:pPr>
            <a:r>
              <a:t>Claude Code -- Developer workstations (CLI)</a:t>
            </a:r>
          </a:p>
          <a:p>
            <a:pPr lvl="1">
              <a:buChar char="–"/>
            </a:pPr>
            <a:r>
              <a:t>Same architecture as Cursor; marketplace plugin install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openclaw_fallback_title__"/>
          <p:cNvSpPr txBox="1"/>
          <p:nvPr/>
        </p:nvSpPr>
        <p:spPr>
          <a:xfrm>
            <a:off x="731520" y="219456"/>
            <a:ext cx="109728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Benchmark Results (468 Runs)</a:t>
            </a:r>
          </a:p>
        </p:txBody>
      </p:sp>
      <p:pic>
        <p:nvPicPr>
          <p:cNvPr id="3" name="Picture 2" descr="fig5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27" y="1645920"/>
            <a:ext cx="1353474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Quantitative Snapshot (468 Runs, 10 Seeds)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>
              <a:buChar char="•"/>
            </a:pPr>
            <a:r>
              <a:t>Precision: 1.000 (CI95: [0.988, 1.000])</a:t>
            </a:r>
          </a:p>
          <a:p>
            <a:pPr>
              <a:buChar char="•"/>
            </a:pPr>
            <a:r>
              <a:t>Recall: 0.911 (CI95: [0.876, 0.937])</a:t>
            </a:r>
          </a:p>
          <a:p>
            <a:pPr>
              <a:buChar char="•"/>
            </a:pPr>
            <a:r>
              <a:t>FPR: 0.000 (Zero false positives)</a:t>
            </a:r>
          </a:p>
          <a:p>
            <a:pPr>
              <a:buChar char="•"/>
            </a:pPr>
            <a:r>
              <a:t>Median TTD: 51.6 s (p95: 66.9 s)</a:t>
            </a:r>
          </a:p>
          <a:p>
            <a:pPr>
              <a:buChar char="•"/>
            </a:pPr>
            <a:r>
              <a:t>Rollback: 100% (317/317 successful)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Per-Category Breakdown</a:t>
            </a:r>
          </a:p>
          <a:p>
            <a:pPr>
              <a:buChar char="•"/>
            </a:pPr>
            <a:r>
              <a:t>Network Intent Correlation -- 160 runs, Recall 0.990</a:t>
            </a:r>
          </a:p>
          <a:p>
            <a:pPr>
              <a:buChar char="•"/>
            </a:pPr>
            <a:r>
              <a:t>Process Lineage Verification -- 59 runs, Recall 1.000</a:t>
            </a:r>
          </a:p>
          <a:p>
            <a:pPr>
              <a:buChar char="•"/>
            </a:pPr>
            <a:r>
              <a:t>Credential Theft Detection -- 30 runs, Recall 1.000</a:t>
            </a:r>
          </a:p>
          <a:p>
            <a:pPr>
              <a:buChar char="•"/>
            </a:pPr>
            <a:r>
              <a:t>Adversarial Evasion (LotL) -- 80 runs, Recall 0.625</a:t>
            </a:r>
          </a:p>
          <a:p>
            <a:pPr>
              <a:buChar char="•"/>
            </a:pPr>
            <a:r>
              <a:t>Noisy Benign -- 60 runs, FPR 0.000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openclaw_fallback_title__"/>
          <p:cNvSpPr txBox="1"/>
          <p:nvPr/>
        </p:nvSpPr>
        <p:spPr>
          <a:xfrm>
            <a:off x="731520" y="219456"/>
            <a:ext cx="109728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Decision Flow and Guardrails</a:t>
            </a:r>
          </a:p>
        </p:txBody>
      </p:sp>
      <p:pic>
        <p:nvPicPr>
          <p:cNvPr id="3" name="Picture 2" descr="fig4_decis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966" y="1645920"/>
            <a:ext cx="668446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Known Limitations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Explicit Limitations</a:t>
            </a:r>
          </a:p>
          <a:p>
            <a:pPr>
              <a:buChar char="•"/>
            </a:pPr>
            <a:r>
              <a:t>Reactive latency -- median detection ~52 s under accelerated cadence</a:t>
            </a:r>
          </a:p>
          <a:p>
            <a:pPr>
              <a:buChar char="•"/>
            </a:pPr>
            <a:r>
              <a:t>Living-off-the-land -- allowed process + allowed destination invisible (recall 0.625)</a:t>
            </a:r>
          </a:p>
          <a:p>
            <a:pPr>
              <a:buChar char="•"/>
            </a:pPr>
            <a:r>
              <a:t>Transcript integrity -- depends on platform-controlled session logs</a:t>
            </a:r>
          </a:p>
          <a:p>
            <a:pPr>
              <a:buChar char="•"/>
            </a:pPr>
            <a:r>
              <a:t>Observer integrity -- assumes trustworthy host process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  <a:defRPr b="1" sz="2400"/>
            </a:pPr>
            <a:r>
              <a:t>Mitigations and Roadmap</a:t>
            </a:r>
          </a:p>
          <a:p>
            <a:pPr>
              <a:buChar char="•"/>
            </a:pPr>
            <a:r>
              <a:t>Shorter enrichment intervals and sticky process-context retention</a:t>
            </a:r>
          </a:p>
          <a:p>
            <a:pPr>
              <a:buChar char="•"/>
            </a:pPr>
            <a:r>
              <a:t>Proactive Rule B gating for MCP-mediated operations</a:t>
            </a:r>
          </a:p>
          <a:p>
            <a:pPr>
              <a:buChar char="•"/>
            </a:pPr>
            <a:r>
              <a:t>Intent-declaration anomaly tracking (allowlist budget expansion)</a:t>
            </a:r>
          </a:p>
          <a:p>
            <a:pPr>
              <a:buChar char="•"/>
            </a:pPr>
            <a:r>
              <a:t>Watchdog heartbeat and cryptographic attestation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5000"/>
              </a:lnSpc>
              <a:defRPr sz="4000" b="1"/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Char char="•"/>
            </a:pPr>
            <a:r>
              <a:t>Two-plane correlation closes the S3 runtime gap that static controls cannot address</a:t>
            </a:r>
          </a:p>
          <a:p>
            <a:pPr>
              <a:buChar char="•"/>
            </a:pPr>
            <a:r>
              <a:t>MCP-native deployment enables framework-portable security across OpenClaw, Cursor, Claude Code</a:t>
            </a:r>
          </a:p>
          <a:p>
            <a:pPr>
              <a:buChar char="•"/>
            </a:pPr>
            <a:r>
              <a:t>Process-attributed telemetry is the differentiator -- destination-only checks are insufficient</a:t>
            </a:r>
          </a:p>
          <a:p>
            <a:pPr>
              <a:buChar char="•"/>
            </a:pPr>
            <a:r>
              <a:t>Observer-owned state prevents model poisoning and verdict tampering</a:t>
            </a:r>
          </a:p>
          <a:p>
            <a:pPr>
              <a:buChar char="•"/>
            </a:pPr>
            <a:r>
              <a:t>Precision 1.000, Recall 0.911 on 468 live runs -- practical early-warning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Personnalisé 1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9460AE"/>
      </a:accent3>
      <a:accent4>
        <a:srgbClr val="A86DC5"/>
      </a:accent4>
      <a:accent5>
        <a:srgbClr val="BF7CE8"/>
      </a:accent5>
      <a:accent6>
        <a:srgbClr val="7E5292"/>
      </a:accent6>
      <a:hlink>
        <a:srgbClr val="99CA3C"/>
      </a:hlink>
      <a:folHlink>
        <a:srgbClr val="B9D181"/>
      </a:folHlink>
    </a:clrScheme>
    <a:fontScheme name="Test">
      <a:majorFont>
        <a:latin typeface="Roboto Mon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809A30AC-0BEF-A740-99D1-4AA8DA56CBDA}" vid="{6A69BB33-F9C6-FD4C-9A07-851D030EB3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f9d757e-c7e3-409a-bee7-36ffc3c51dcc" xsi:nil="true"/>
    <lcf76f155ced4ddcb4097134ff3c332f xmlns="e959d93a-718b-4f33-b09f-0cb8a1aef6b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A4653069C75E43880ECA5CEC1D6B28" ma:contentTypeVersion="14" ma:contentTypeDescription="Create a new document." ma:contentTypeScope="" ma:versionID="51136263fa3b99cfc78dca01fda0be06">
  <xsd:schema xmlns:xsd="http://www.w3.org/2001/XMLSchema" xmlns:xs="http://www.w3.org/2001/XMLSchema" xmlns:p="http://schemas.microsoft.com/office/2006/metadata/properties" xmlns:ns2="e959d93a-718b-4f33-b09f-0cb8a1aef6b9" xmlns:ns3="2f9d757e-c7e3-409a-bee7-36ffc3c51dcc" targetNamespace="http://schemas.microsoft.com/office/2006/metadata/properties" ma:root="true" ma:fieldsID="bfe4e6825db98e2074db7e4ab952c674" ns2:_="" ns3:_="">
    <xsd:import namespace="e959d93a-718b-4f33-b09f-0cb8a1aef6b9"/>
    <xsd:import namespace="2f9d757e-c7e3-409a-bee7-36ffc3c51dcc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59d93a-718b-4f33-b09f-0cb8a1aef6b9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6e2ac0db-15a6-401a-add6-810a84a4ad9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9d757e-c7e3-409a-bee7-36ffc3c51dcc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9c43280-335d-494d-99a1-3017a5a73135}" ma:internalName="TaxCatchAll" ma:showField="CatchAllData" ma:web="2f9d757e-c7e3-409a-bee7-36ffc3c51d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D889FF-A406-4DF3-860C-3293EAC4C397}">
  <ds:schemaRefs>
    <ds:schemaRef ds:uri="http://www.w3.org/XML/1998/namespace"/>
    <ds:schemaRef ds:uri="http://schemas.microsoft.com/office/infopath/2007/PartnerControls"/>
    <ds:schemaRef ds:uri="http://purl.org/dc/dcmitype/"/>
    <ds:schemaRef ds:uri="2f9d757e-c7e3-409a-bee7-36ffc3c51dcc"/>
    <ds:schemaRef ds:uri="http://schemas.microsoft.com/office/2006/documentManagement/types"/>
    <ds:schemaRef ds:uri="http://purl.org/dc/terms/"/>
    <ds:schemaRef ds:uri="e959d93a-718b-4f33-b09f-0cb8a1aef6b9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A1568DA-B847-4AA6-B0B3-3992BBF103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59d93a-718b-4f33-b09f-0cb8a1aef6b9"/>
    <ds:schemaRef ds:uri="2f9d757e-c7e3-409a-bee7-36ffc3c51d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BD64A3-0B1C-4899-8441-7BDC688890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9964</TotalTime>
  <Words>2574</Words>
  <Application>Microsoft Macintosh PowerPoint</Application>
  <PresentationFormat>Custom</PresentationFormat>
  <Paragraphs>349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Roboto</vt:lpstr>
      <vt:lpstr>Arial</vt:lpstr>
      <vt:lpstr>Aptos</vt:lpstr>
      <vt:lpstr>Roboto Mono</vt:lpstr>
      <vt:lpstr>Roboto Mono Medium</vt:lpstr>
      <vt:lpstr>1_Office Theme</vt:lpstr>
      <vt:lpstr>Developer-First and Agent-First Endpoint Security and Access</vt:lpstr>
      <vt:lpstr>Why Now: AI Agents Reshape Dev Security </vt:lpstr>
      <vt:lpstr>Problem: Securing AI-Era Dev Infrastructure Is Critical Yet Very Hard</vt:lpstr>
      <vt:lpstr>The Solution: SDLC-Native Zero Trust</vt:lpstr>
      <vt:lpstr>How It Works: AI Security on Every Endpoint</vt:lpstr>
      <vt:lpstr>How It Works: Full Control of Access to Code and Secrets by Humans, Agents, and Machines</vt:lpstr>
      <vt:lpstr>Why We Win: SDLC-Native Security</vt:lpstr>
      <vt:lpstr>Go-to-Market: Dual-Track Strategy Starting Q1 2026</vt:lpstr>
      <vt:lpstr>Traction: Early Validation (US &amp; EU)</vt:lpstr>
      <vt:lpstr>Market Opportunity</vt:lpstr>
      <vt:lpstr>Business Model &amp; ROI</vt:lpstr>
      <vt:lpstr>Team: WW Innovators and Entrepreneurs</vt:lpstr>
      <vt:lpstr>The Ask: $600K SAFE Fuels Dual-Track GTM</vt:lpstr>
      <vt:lpstr>Backups</vt:lpstr>
      <vt:lpstr>AI Security Lets Users and Agents Be Their Own CISO</vt:lpstr>
      <vt:lpstr>Two-Plane Security Model for Coding Agents (arXiv paper)</vt:lpstr>
      <vt:lpstr>Zero Trust With Decentralized Privacy Preserving Tamper Resistant Remote Certification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Frank Lyonnet</cp:lastModifiedBy>
  <cp:revision>1</cp:revision>
  <dcterms:created xsi:type="dcterms:W3CDTF">2025-03-03T17:02:52Z</dcterms:created>
  <dcterms:modified xsi:type="dcterms:W3CDTF">2026-03-10T12:11:47Z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0x01010046A4653069C75E43880ECA5CEC1D6B28</vt:lpwstr>
  </property>
  <property fmtid="{D5CDD505-2E9C-101B-9397-08002B2CF9AE}" pid="3" name="MediaServiceImageTags">
    <vt:lpwstr/>
  </property>
</Properties>
</file>